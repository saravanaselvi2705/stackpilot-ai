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A1121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2C55E"/>
                </a:solidFill>
              </a:defRPr>
            </a:pPr>
            <a:r>
              <a:t>STACKPILOT AI ENTERPRISE PLATFORM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</a:defRPr>
            </a:pPr>
            <a:r>
              <a:t>Unified Operations &amp; Business Intelligence OS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</a:defRPr>
            </a:pPr>
            <a:r>
              <a:t>Bridging Technical Engineering, CRM, Automated Billing, and AI-Driven Execution in One Cohesive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572000"/>
            <a:ext cx="2926080" cy="1188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4709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7 Workflow States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From Backlog to QA &amp;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572000"/>
            <a:ext cx="2926080" cy="1188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4709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300ms Search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Debounced Instant Auto-complete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572000"/>
            <a:ext cx="2926080" cy="1188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4709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Bimodal Resilience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Express/Mongo + Offline Continuity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StackPilot AI v1.0.6 Enterprise Edition   |   Slide 1 of 10   |   Confidential &amp; Proprietary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C55E"/>
                </a:solidFill>
              </a:defRPr>
            </a:pPr>
            <a:r>
              <a:t>EXECUTIVE BRIEFING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The Enterprise Operational Challenge &amp;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EF4444"/>
                </a:solidFill>
              </a:defRPr>
            </a:pPr>
            <a:r>
              <a:t>THE SPREAD &amp; SILO PROBLEM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Engineering Disconnect: Developers operate in technical jargon without clear business requirement mappings.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Opaque Delivery Status: Client sponsors lack real-time visibility into active sprints and velocity.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Manual Billing Friction: Finance teams waste hours calculating milestone hours, tax, and PDF invoices.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QA Specification Gaps: Testers lack structured acceptance criteria and automated test case scaffolding.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2C55E"/>
                </a:solidFill>
              </a:defRPr>
            </a:pPr>
            <a:r>
              <a:t>THE STACKPILOT AI SOLUTION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Unified Workspaces: Plain-language business boards connect executives, developers, and clients seamlessly.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Real-Time Telemetry: Transparent milestone metrics, automated sprint reports, and SLA health tracking.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Instant Financial Billing: Automated invoice generator with customizable 18% GST/Tax and instant export.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AI Generative Acceleration: Integrated AI tool suite for automated test cases, bug reports, and estimates.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StackPilot AI v1.0.6 Enterprise Edition   |   Slide 2 of 10   |   Confidential &amp; Proprietary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C55E"/>
                </a:solidFill>
              </a:defRPr>
            </a:pPr>
            <a:r>
              <a:t>TEAM GOVERNANCE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Specialized Personas &amp; Role-Based Access (RBAC)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👑 Super Administrator  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Security Audit &amp; System Health — Complete access to telemetry, global user management, audit logs, and infrastructure configurations.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334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👔 Project Delivery Lead  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Sprints, Scope &amp; Approvals — Monitors task pipelines, sprint velocity, milestone deadlines, and scope change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💻 Lead Developer  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7-Column Board &amp; AI Tools — Dedicated agile boards, automated code review assistants, and interactive technical documentation.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622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🧪 QA Test Engineer  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UAT Scenarios &amp; Bug Audits — QA column management, automated test case generator, and verification telemetry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📊 Finance Coordinator  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Invoices, Tax &amp; Client SLAs — Automated invoice dispatch, 18% tax calculation, client retainer tracking, and balance reporting.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StackPilot AI v1.0.6 Enterprise Edition   |   Slide 3 of 10   |   Confidential &amp; Proprietary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C55E"/>
                </a:solidFill>
              </a:defRPr>
            </a:pPr>
            <a:r>
              <a:t>CUSTOMER RELATIONSHIP MANAGEMENT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CRM &amp; Client Lifecycle 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85800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m_pipeline_17866011275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675120" cy="33324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645920"/>
            <a:ext cx="3687775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828800"/>
            <a:ext cx="33220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2C55E"/>
                </a:solidFill>
              </a:defRPr>
            </a:pPr>
            <a:r>
              <a:t>KEY CAPABILITIES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Active Accounts Registry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Real-time visibility into client retainers, active agreements, and lifetime value metrics.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Leads &amp; Prospects Board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Direct management of high-value deals with instant status tracking and conversion.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1-Click Project Conversion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Instantly spin up dedicated workspace projects from closed client deals.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SLA &amp; Contract Alerts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Automated flags for pending contract renewals and client SLA deliverables.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StackPilot AI v1.0.6 Enterprise Edition   |   Slide 4 of 10   |   Confidential &amp; Proprietary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C55E"/>
                </a:solidFill>
              </a:defRPr>
            </a:pPr>
            <a:r>
              <a:t>ENGINEERING EXECUTION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7-Column Agile Task Board &amp; Sprint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85800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sk_board_1786601167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675120" cy="33324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645920"/>
            <a:ext cx="3687775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828800"/>
            <a:ext cx="33220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2C55E"/>
                </a:solidFill>
              </a:defRPr>
            </a:pPr>
            <a:r>
              <a:t>KEY CAPABILITIES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7 Granular Workflow Columns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Backlog, Todo, In Progress, In Review, QA Testing, and Completed states.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Sprint Capacity Telemetry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Real-time story point tracking and workload balancing per team member.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Multi-Dimensional Toolbar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Instant filtering across Projects, Sprints, Priority, Assignees, or Group-By.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Drag-and-Drop Experience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Fluid 60fps micro-animated task status transitions with audit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StackPilot AI v1.0.6 Enterprise Edition   |   Slide 5 of 10   |   Confidential &amp; Proprietary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C55E"/>
                </a:solidFill>
              </a:defRPr>
            </a:pPr>
            <a:r>
              <a:t>GENERATIVE AUTOMATION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AI Productivity Suite &amp; Engineering Assistants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85800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_studio_17866012264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675120" cy="33324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645920"/>
            <a:ext cx="3687775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828800"/>
            <a:ext cx="33220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2C55E"/>
                </a:solidFill>
              </a:defRPr>
            </a:pPr>
            <a:r>
              <a:t>KEY CAPABILITIES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UAT Test Case Writer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Instantly draft comprehensive test scenarios directly from feature requirements.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Bug Reporter &amp; Triage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Scaffolds standardized bug reports with reproduction steps and severity tags.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Project Scope &amp; Cost Estimator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Calculates accurate budget, timeline, and resource estimates from project specs.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Client Communication Composer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Generates polished client update emails and milestone progress briefs.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StackPilot AI v1.0.6 Enterprise Edition   |   Slide 6 of 10   |   Confidential &amp; Proprietary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C55E"/>
                </a:solidFill>
              </a:defRPr>
            </a:pPr>
            <a:r>
              <a:t>EXECUTIVE OVERSIGHT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Unified Operations &amp; Financial Telemetry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85800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shboard_17866012878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675120" cy="33324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645920"/>
            <a:ext cx="3687775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828800"/>
            <a:ext cx="33220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2C55E"/>
                </a:solidFill>
              </a:defRPr>
            </a:pPr>
            <a:r>
              <a:t>KEY CAPABILITIES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Revenue Portfolio Telemetry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Live metrics tracking total portfolio value, active retainers, and budget spent.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Today's Priority Focus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Automated task allocation mapped to active sprints and team assignments.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AI Velocity Telemetry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Real-time burndown calculations and delivery confidence scoring.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• Cross-Functional Approvals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Pending approval queues for milestone sign-offs, releases, and expenses.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StackPilot AI v1.0.6 Enterprise Edition   |   Slide 7 of 10   |   Confidential &amp; Proprietary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C55E"/>
                </a:solidFill>
              </a:defRPr>
            </a:pPr>
            <a:r>
              <a:t>INFRASTRUCTURE &amp; ENGINEERING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High-Performance 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300MS DEBOUNCE</a:t>
            </a:r>
          </a:p>
          <a:p>
            <a:pPr>
              <a:spcAft>
                <a:spcPts val="600"/>
              </a:spcAft>
              <a:defRPr sz="1800" b="1">
                <a:solidFill>
                  <a:srgbClr val="F8FAFC"/>
                </a:solidFill>
              </a:defRPr>
            </a:pPr>
            <a:r>
              <a:t>Universal Search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Debounced search engine across tasks, clients, documents, and logs without UI stutters.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EXPRESS &amp; IN-MEMORY</a:t>
            </a:r>
          </a:p>
          <a:p>
            <a:pPr>
              <a:spcAft>
                <a:spcPts val="600"/>
              </a:spcAft>
              <a:defRPr sz="1800" b="1">
                <a:solidFill>
                  <a:srgbClr val="F8FAFC"/>
                </a:solidFill>
              </a:defRPr>
            </a:pPr>
            <a:r>
              <a:t>Bimodal Persistence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Gracefully falls back to browser local persistence if backend network connection drops.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VITE + REACT 19 + TS</a:t>
            </a:r>
          </a:p>
          <a:p>
            <a:pPr>
              <a:spcAft>
                <a:spcPts val="600"/>
              </a:spcAft>
              <a:defRPr sz="1800" b="1">
                <a:solidFill>
                  <a:srgbClr val="F8FAFC"/>
                </a:solidFill>
              </a:defRPr>
            </a:pPr>
            <a:r>
              <a:t>Modern Frontend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Ultra-fast HMR (&lt; 200ms) with full strict TypeScript typing and Tailwind v4.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FRAMER MOTION 12</a:t>
            </a:r>
          </a:p>
          <a:p>
            <a:pPr>
              <a:spcAft>
                <a:spcPts val="600"/>
              </a:spcAft>
              <a:defRPr sz="1800" b="1">
                <a:solidFill>
                  <a:srgbClr val="F8FAFC"/>
                </a:solidFill>
              </a:defRPr>
            </a:pPr>
            <a:r>
              <a:t>Fluid Animations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Hardware-accelerated layout transitions delivering a native desktop app feel.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StackPilot AI v1.0.6 Enterprise Edition   |   Slide 8 of 10   |   Confidential &amp; Proprietary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C55E"/>
                </a:solidFill>
              </a:defRPr>
            </a:pPr>
            <a:r>
              <a:t>ENTERPRISE TRUST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Security, Privacy &amp; Compliance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2C55E"/>
                </a:solidFill>
              </a:defRPr>
            </a:pPr>
            <a:r>
              <a:t>ENTERPRISE SECURITY VERIFICATION CHECKLIST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✔  Strict CORS &amp; Origin Allowlist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     Backend configured with strict origin protection against unauthorized API requests.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✔  Security Middleware Suite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     Equipped with helmet headers, express-rate-limit, and strict payload sanitization.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✔  Token-Based Authentication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     Stateless JWT authentication backed by bcryptjs cryptographic salted password hashing.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✔  Immutable Audit Logs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     System logs all critical actions (auth, create, update, delete) with IP and timestamp telemetry.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✔  WCAG AA Accessibility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</a:defRPr>
            </a:pPr>
            <a:r>
              <a:t>     High-contrast emerald-on-dark slate color palette ensuring compliance for all team members.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StackPilot AI v1.0.6 Enterprise Edition   |   Slide 9 of 10   |   Confidential &amp; Proprietary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A1121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2C55E"/>
                </a:solidFill>
              </a:defRPr>
            </a:pPr>
            <a:r>
              <a:t>PRODUCTION-READY &amp; QA AUDITED</a:t>
            </a:r>
          </a:p>
          <a:p>
            <a:pPr>
              <a:spcAft>
                <a:spcPts val="1200"/>
              </a:spcAft>
              <a:defRPr sz="3200" b="1">
                <a:solidFill>
                  <a:srgbClr val="F8FAFC"/>
                </a:solidFill>
              </a:defRPr>
            </a:pPr>
            <a:r>
              <a:t>Deploy StackPilot AI in Your Enterprise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</a:defRPr>
            </a:pPr>
            <a:r>
              <a:t>Ready for self-hosted container deployment, cloud VPC, or managed SaaS instances. Accelerate your engineering delivery and streamline operations today.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Product Version:  v1.0.6 Enterprise Edition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Source Repository:  saravanaselvi2705/stackpilot-ai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Contact &amp; Sales:  creovixstack@gmail.com / sales@stackpilot.ai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Website &amp; Demo:  https://stackpilot.ai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StackPilot AI v1.0.6 Enterprise Edition   |   Slide 10 of 10   |   Confidential &amp; Proprietary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